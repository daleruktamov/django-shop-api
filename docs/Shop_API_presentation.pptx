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Проект — REST API интернет-магазина. Готов backend, задеплоен на Render, документация в Swagger. Дальше расскажу, что требовалось и как устроено.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мысль: это чистый backend. Клиент любой. Проверяется логика, права доступа и документация.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Гость не хранится в базе — это состояние запроса без токена. Проверка прав идёт через permission-классы DRF.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Стек стандартный для продакшена, не учебный. PostgreSQL на сервере, SQLite только для быстрого локального старта.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Каждое приложение отвечает за свою зону: users — доступ, catalog — товары, cart — корзина, orders — заказы, reviews — отзывы. Так проще искать код и тестировать.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Отдельно отмечу OrderItem: он хранит название и цену копией. Если продавец потом изменит цену, старый заказ останется прежним.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Вход по email или username сделан одним сериализатором: сначала ищем пользователя по обоим полям, потом проверяем пароль.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Поиск, фильтрация и сортировка сделаны стандартными бэкендами DRF и django-filter, а не ручными запросами.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Самая содержательная часть проекта. Заказ оформляется атомарно, строки товаров блокируются, чтобы два одновременных заказа не увели склад в минус.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Модуль по заданию необязательный, сделан полностью. Проверка покупки идёт по таблице позиций заказа.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Важный момент: запрос чужого заказа отдаёт 404, а не 403 — так посторонний не узнает даже о существовании объекта.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можно открыть живой Swagger и показать вызов вживую: логин, копирование токена, добавление товара в корзину.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Тесты запускаются командой python manage.py test. Проверялось не только локально — весь путь покупки прогнан на развёрнутом сервере.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Бесплатный тариф Render засыпает без запросов — ссылку открыть заранее, чтобы сервис проснулся до демонстрации.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1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234440"/>
            <a:ext cx="3200400" cy="3200400"/>
          </a:xfrm>
          <a:prstGeom prst="ellipse">
            <a:avLst/>
          </a:prstGeom>
          <a:solidFill>
            <a:srgbClr val="F2684F">
              <a:alpha val="18000"/>
            </a:srgbClr>
          </a:solidFill>
          <a:ln w="12700">
            <a:solidFill>
              <a:srgbClr val="1B21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55480" y="2057400"/>
            <a:ext cx="1554480" cy="1554480"/>
          </a:xfrm>
          <a:prstGeom prst="ellipse">
            <a:avLst/>
          </a:prstGeom>
          <a:solidFill>
            <a:srgbClr val="F2684F"/>
          </a:solidFill>
          <a:ln w="12700">
            <a:solidFill>
              <a:srgbClr val="F268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555480" y="205740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F26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УЧЕБНОГО ПРОЕКТА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 API</a:t>
            </a:r>
            <a:endParaRPr lang="en-US" sz="6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34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интернет-магазина на Django REST Framework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36499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и JWT · каталог · корзина · заказы · отзывы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2062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272F52"/>
          </a:solidFill>
          <a:ln w="12700">
            <a:solidFill>
              <a:srgbClr val="272F5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206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приложений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15184" y="42062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272F52"/>
          </a:solidFill>
          <a:ln w="12700">
            <a:solidFill>
              <a:srgbClr val="272F5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15184" y="4206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моделей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90288" y="42062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272F52"/>
          </a:solidFill>
          <a:ln w="12700">
            <a:solidFill>
              <a:srgbClr val="272F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90288" y="4206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эндпоинта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65392" y="42062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272F52"/>
          </a:solidFill>
          <a:ln w="12700">
            <a:solidFill>
              <a:srgbClr val="272F5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65392" y="4206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теста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89204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13892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Мухаммадали Муродуллоев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6235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github.com/RealHelloWorld1/django-shop-api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9436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django-shop-api-pmxr.onrender.com  ·  август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F26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ВВЕДЕНИЕ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нужен этот проект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658368" cy="658368"/>
          </a:xfrm>
          <a:prstGeom prst="ellipse">
            <a:avLst/>
          </a:prstGeom>
          <a:solidFill>
            <a:srgbClr val="F2684F"/>
          </a:solidFill>
          <a:ln w="12700">
            <a:solidFill>
              <a:srgbClr val="F268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103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9260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Только backend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42900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отдаёт данные и логику в формате JSON. Пользоваться им может сайт, мобильное приложение или телеграм-бот — фронтенд не привязан.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79976" y="178308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0016" y="2103120"/>
            <a:ext cx="658368" cy="658368"/>
          </a:xfrm>
          <a:prstGeom prst="ellipse">
            <a:avLst/>
          </a:prstGeom>
          <a:solidFill>
            <a:srgbClr val="F2684F"/>
          </a:solidFill>
          <a:ln w="12700">
            <a:solidFill>
              <a:srgbClr val="F268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00016" y="2103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700016" y="29260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Реальная архитектура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00016" y="342900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устроены настоящие интернет-магазины: Django отдаёт JSON, клиент его отображает. Разделение позволяет менять их независимо.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19872" y="178308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39912" y="2103120"/>
            <a:ext cx="658368" cy="658368"/>
          </a:xfrm>
          <a:prstGeom prst="ellipse">
            <a:avLst/>
          </a:prstGeom>
          <a:solidFill>
            <a:srgbClr val="F2684F"/>
          </a:solidFill>
          <a:ln w="12700">
            <a:solidFill>
              <a:srgbClr val="F268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39912" y="2103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439912" y="29260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Полный цикл разработки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39912" y="342900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проектирования моделей и прав доступа до документации, тестов и рабочего деплоя — весь путь backend-разработчика.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2578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Клиента в проекте нет и не предполагается — оценивается именно серверная часть.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F26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РАБОТАЕТ С СИСТЕМОЙ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роли пользователей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08792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0976" y="2093976"/>
            <a:ext cx="640080" cy="640080"/>
          </a:xfrm>
          <a:prstGeom prst="ellipse">
            <a:avLst/>
          </a:prstGeom>
          <a:solidFill>
            <a:srgbClr val="6C7A9C"/>
          </a:solidFill>
          <a:ln w="12700">
            <a:solidFill>
              <a:srgbClr val="6C7A9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2093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810512" y="20574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Гость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810512" y="2450592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Смотрит каталог, ищет и фильтрует товары, читает отзывы. Регистрация не нужна.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50976" y="3465576"/>
            <a:ext cx="640080" cy="640080"/>
          </a:xfrm>
          <a:prstGeom prst="ellipse">
            <a:avLst/>
          </a:prstGeom>
          <a:solidFill>
            <a:srgbClr val="F2684F"/>
          </a:solidFill>
          <a:ln w="12700">
            <a:solidFill>
              <a:srgbClr val="F268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" y="34655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810512" y="34290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Покупатель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810512" y="3822192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Профиль, корзина, оформление и отмена заказов, история покупок, отзывы на купленные товары.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10908792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0976" y="4837176"/>
            <a:ext cx="640080" cy="640080"/>
          </a:xfrm>
          <a:prstGeom prst="ellipse">
            <a:avLst/>
          </a:prstGeom>
          <a:solidFill>
            <a:srgbClr val="1B2141"/>
          </a:solidFill>
          <a:ln w="12700">
            <a:solidFill>
              <a:srgbClr val="1B21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50976" y="48371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810512" y="48006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Администратор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810512" y="5193792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Управляет категориями и товарами, меняет статусы заказов, модерирует отзывы, видит всех пользователей.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87044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хранится в модели User. Гость — это просто неавторизованный запрос, отдельной записи для него нет.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F26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Технологический стек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32688" y="20391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3.12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468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 проекта. Версия зафиксирована файлом .python-version.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79976" y="1783080"/>
            <a:ext cx="342900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72584" y="20391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Django 5.2 LTS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72584" y="2468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Модели, миграции, админ-панель, система прав.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19872" y="1783080"/>
            <a:ext cx="342900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12480" y="20391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Django REST Framework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2468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Сериализаторы, ViewSet-ы, пагинация, фильтры.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342900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32688" y="391363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18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43434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Боевая база на Render. Локально — SQLite, без установки.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79976" y="3657600"/>
            <a:ext cx="342900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672584" y="391363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SimpleJWT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672584" y="43434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Access- и refresh-токены, отзыв токена при выходе.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19872" y="3657600"/>
            <a:ext cx="342900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412480" y="391363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drf-spectacular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43434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и OpenAPI-схема генерируются из кода.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6692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Развёрнуто на Render: Gunicorn как сервер приложений, WhiteNoise для статики, регион Frankfurt.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1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F26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УСТРОЕНО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 проекта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272F52"/>
          </a:solidFill>
          <a:ln w="12700">
            <a:solidFill>
              <a:srgbClr val="272F52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32688" y="22128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Клиент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6334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· приложение · бот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0175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Отправляет HTTP-запросы и получает JSON.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79976" y="192024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272F52"/>
          </a:solidFill>
          <a:ln w="12700">
            <a:solidFill>
              <a:srgbClr val="272F52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72584" y="22128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Django REST API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672584" y="26334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бизнес-логика и права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72584" y="30175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Проверяет токен и роль, считает суммы, ведёт заказы.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19872" y="192024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272F52"/>
          </a:solidFill>
          <a:ln w="12700">
            <a:solidFill>
              <a:srgbClr val="272F52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12480" y="22128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6334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 данных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0175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Товары, пользователи, корзины, заказы и отзывы.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059936" y="27889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6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7799832" y="27889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6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6177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Django-приложений внутри API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2029968" cy="566928"/>
          </a:xfrm>
          <a:prstGeom prst="roundRect">
            <a:avLst>
              <a:gd name="adj" fmla="val 22581"/>
            </a:avLst>
          </a:prstGeom>
          <a:solidFill>
            <a:srgbClr val="272F52"/>
          </a:solidFill>
          <a:ln w="12700">
            <a:solidFill>
              <a:srgbClr val="272F5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983480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852928" y="4983480"/>
            <a:ext cx="2029968" cy="566928"/>
          </a:xfrm>
          <a:prstGeom prst="roundRect">
            <a:avLst>
              <a:gd name="adj" fmla="val 22581"/>
            </a:avLst>
          </a:prstGeom>
          <a:solidFill>
            <a:srgbClr val="272F52"/>
          </a:solidFill>
          <a:ln w="12700">
            <a:solidFill>
              <a:srgbClr val="272F5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52928" y="4983480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065776" y="4983480"/>
            <a:ext cx="2029968" cy="566928"/>
          </a:xfrm>
          <a:prstGeom prst="roundRect">
            <a:avLst>
              <a:gd name="adj" fmla="val 22581"/>
            </a:avLst>
          </a:prstGeom>
          <a:solidFill>
            <a:srgbClr val="272F52"/>
          </a:solidFill>
          <a:ln w="12700">
            <a:solidFill>
              <a:srgbClr val="272F5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65776" y="4983480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278624" y="4983480"/>
            <a:ext cx="2029968" cy="566928"/>
          </a:xfrm>
          <a:prstGeom prst="roundRect">
            <a:avLst>
              <a:gd name="adj" fmla="val 22581"/>
            </a:avLst>
          </a:prstGeom>
          <a:solidFill>
            <a:srgbClr val="272F52"/>
          </a:solidFill>
          <a:ln w="12700">
            <a:solidFill>
              <a:srgbClr val="272F5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78624" y="4983480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491472" y="4983480"/>
            <a:ext cx="2029968" cy="566928"/>
          </a:xfrm>
          <a:prstGeom prst="roundRect">
            <a:avLst>
              <a:gd name="adj" fmla="val 22581"/>
            </a:avLst>
          </a:prstGeom>
          <a:solidFill>
            <a:srgbClr val="272F52"/>
          </a:solidFill>
          <a:ln w="12700">
            <a:solidFill>
              <a:srgbClr val="272F5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491472" y="4983480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F26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 БД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Восемь моделей данных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20848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514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аккаунт, роль, телефон, адрес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38144" y="182880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94176" y="20848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694176" y="2514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категория товаров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6208" y="182880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1B2141"/>
          </a:solidFill>
          <a:ln w="12700">
            <a:solidFill>
              <a:srgbClr val="1B2141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92240" y="20848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514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цена, остаток, счётчик продаж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34272" y="182880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90304" y="20848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290304" y="2514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корзина покупателя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96112" y="38221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CartItem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4251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товар и количество в корзине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38144" y="356616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1B2141"/>
          </a:solidFill>
          <a:ln w="12700">
            <a:solidFill>
              <a:srgbClr val="1B2141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694176" y="38221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694176" y="4251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заказ, статус, сумма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36208" y="356616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492240" y="38221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OrderItem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4251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позиция заказа со снимком цены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34272" y="356616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290304" y="38221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290304" y="4251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1–5 и текст отзыва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5321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и Order — центральные сущности: вокруг них строится вся логика магазина.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F26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Аутентификация и права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умеет модуль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42032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по username, email и паролю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по username или email — на выбор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Выдача access- и refresh-токена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 access-токена по refresh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Выход: refresh-токен уходит в чёрный список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и редактирование профиля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Смена пароля с проверкой текущего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45352" y="1783080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19672" y="2066544"/>
            <a:ext cx="566928" cy="566928"/>
          </a:xfrm>
          <a:prstGeom prst="ellipse">
            <a:avLst/>
          </a:prstGeom>
          <a:solidFill>
            <a:srgbClr val="F2684F"/>
          </a:solidFill>
          <a:ln w="12700">
            <a:solidFill>
              <a:srgbClr val="F268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9672" y="20665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269480" y="20116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68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/api/auth/register/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23591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Создаётся покупатель, сразу приходят токены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45352" y="3127248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19672" y="3410712"/>
            <a:ext cx="566928" cy="566928"/>
          </a:xfrm>
          <a:prstGeom prst="ellipse">
            <a:avLst/>
          </a:prstGeom>
          <a:solidFill>
            <a:srgbClr val="F2684F"/>
          </a:solidFill>
          <a:ln w="12700">
            <a:solidFill>
              <a:srgbClr val="F268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9672" y="3410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335584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68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/api/auth/login/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269480" y="3703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Логин или email + пароль → access и refresh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45352" y="4471416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19672" y="4754880"/>
            <a:ext cx="566928" cy="566928"/>
          </a:xfrm>
          <a:prstGeom prst="ellipse">
            <a:avLst/>
          </a:prstGeom>
          <a:solidFill>
            <a:srgbClr val="F2684F"/>
          </a:solidFill>
          <a:ln w="12700">
            <a:solidFill>
              <a:srgbClr val="F268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19672" y="4754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269480" y="470001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68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...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50474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 в заголовке каждого закрытого запроса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8978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Пароли хранятся хешированными средствами Django и проверяются встроенными валидаторами сложности.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F26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Каталог: поиск, фильтры, сортировка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32688" y="1892808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Поиск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2402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названию и описанию товара: ?search=ноутбук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816352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32688" y="2926080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Фильтры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327355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Категория, диапазон цены, наличие на складе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849624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32688" y="3959352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Сортировка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430682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цене, по новизне, по продажам, по рейтингу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882896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32688" y="4992624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Пагинация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534009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товаров на страницу, размер настраивается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45352" y="1783080"/>
            <a:ext cx="5303520" cy="2377440"/>
          </a:xfrm>
          <a:prstGeom prst="roundRect">
            <a:avLst>
              <a:gd name="adj" fmla="val 3846"/>
            </a:avLst>
          </a:prstGeom>
          <a:solidFill>
            <a:srgbClr val="272F52"/>
          </a:solidFill>
          <a:ln w="12700">
            <a:solidFill>
              <a:srgbClr val="272F52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37960" y="2011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6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ЗАПРОСА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23774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/api/products/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?search=ноутбук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&amp;max_price=6000000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&amp;ordering=price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45352" y="4279392"/>
            <a:ext cx="5303520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537960" y="44622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и что может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4800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Просматривать каталог может кто угодно, включая гостя. Создавать, менять и удалять товары и категории — только администратор.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8978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Скрытые товары (is_active = false) в публичной выдаче не показываются — их видит только администратор.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F26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Корзина и оформление заказа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31343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566928" cy="566928"/>
          </a:xfrm>
          <a:prstGeom prst="ellipse">
            <a:avLst/>
          </a:prstGeom>
          <a:solidFill>
            <a:srgbClr val="F2684F"/>
          </a:solidFill>
          <a:ln w="12700">
            <a:solidFill>
              <a:srgbClr val="F268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Корзина собрана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12724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Товары добавлены, сумма пересчитана по актуальным ценам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02152" y="1783080"/>
            <a:ext cx="231343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76472" y="2057400"/>
            <a:ext cx="566928" cy="566928"/>
          </a:xfrm>
          <a:prstGeom prst="ellipse">
            <a:avLst/>
          </a:prstGeom>
          <a:solidFill>
            <a:srgbClr val="F2684F"/>
          </a:solidFill>
          <a:ln w="12700">
            <a:solidFill>
              <a:srgbClr val="F268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76472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776472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 остатков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776472" y="312724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товара не хватает — заказ не создаётся вовсе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64224" y="1783080"/>
            <a:ext cx="231343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38544" y="2057400"/>
            <a:ext cx="566928" cy="566928"/>
          </a:xfrm>
          <a:prstGeom prst="ellipse">
            <a:avLst/>
          </a:prstGeom>
          <a:solidFill>
            <a:srgbClr val="F2684F"/>
          </a:solidFill>
          <a:ln w="12700">
            <a:solidFill>
              <a:srgbClr val="F268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38544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638544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Фиксация цены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638544" y="312724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Название и цена копируются в позицию заказа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26296" y="1783080"/>
            <a:ext cx="231343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500616" y="2057400"/>
            <a:ext cx="566928" cy="566928"/>
          </a:xfrm>
          <a:prstGeom prst="ellipse">
            <a:avLst/>
          </a:prstGeom>
          <a:solidFill>
            <a:srgbClr val="F2684F"/>
          </a:solidFill>
          <a:ln w="12700">
            <a:solidFill>
              <a:srgbClr val="F268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00616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500616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Склад и корзина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9500616" y="312724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Остаток списывается, корзина очищается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2953512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6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5815584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6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8677656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6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40080" y="4114800"/>
            <a:ext cx="5303520" cy="1417320"/>
          </a:xfrm>
          <a:prstGeom prst="roundRect">
            <a:avLst>
              <a:gd name="adj" fmla="val 6452"/>
            </a:avLst>
          </a:prstGeom>
          <a:solidFill>
            <a:srgbClr val="272F52"/>
          </a:solidFill>
          <a:ln w="12700">
            <a:solidFill>
              <a:srgbClr val="272F52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32688" y="431596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6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Всё в одной транзакции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32688" y="466344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на любом шаге чего-то не хватило, откатывается весь заказ целиком: склад не меняется, корзина остаётся.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45352" y="4114800"/>
            <a:ext cx="53035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537960" y="42793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Статусы заказа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537960" y="4617720"/>
            <a:ext cx="1097280" cy="402336"/>
          </a:xfrm>
          <a:prstGeom prst="roundRect">
            <a:avLst>
              <a:gd name="adj" fmla="val 50000"/>
            </a:avLst>
          </a:prstGeom>
          <a:solidFill>
            <a:srgbClr val="F7F8FB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37960" y="461772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1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735824" y="4617720"/>
            <a:ext cx="1097280" cy="402336"/>
          </a:xfrm>
          <a:prstGeom prst="roundRect">
            <a:avLst>
              <a:gd name="adj" fmla="val 50000"/>
            </a:avLst>
          </a:prstGeom>
          <a:solidFill>
            <a:srgbClr val="F7F8FB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35824" y="461772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1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обработке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933688" y="4617720"/>
            <a:ext cx="1097280" cy="402336"/>
          </a:xfrm>
          <a:prstGeom prst="roundRect">
            <a:avLst>
              <a:gd name="adj" fmla="val 50000"/>
            </a:avLst>
          </a:prstGeom>
          <a:solidFill>
            <a:srgbClr val="F7F8FB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933688" y="461772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1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отправлен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131552" y="4617720"/>
            <a:ext cx="1097280" cy="402336"/>
          </a:xfrm>
          <a:prstGeom prst="roundRect">
            <a:avLst>
              <a:gd name="adj" fmla="val 50000"/>
            </a:avLst>
          </a:prstGeom>
          <a:solidFill>
            <a:srgbClr val="F7F8FB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131552" y="461772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1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доставлен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537960" y="507492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Менять статус может только администратор. Покупатель вправе отменить заказ, пока он не отправлен.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57607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отмене товары возвращаются на склад — остаток восстанавливается автоматически.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F26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Отзывы и рейтинг товаров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32688" y="20116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Только после покупки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4231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Отзыв доступен, если у пользователя есть заказ с этим товаром. Отменённый заказ не считается.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783080"/>
            <a:ext cx="53035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20116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отзыв на товар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4231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Повторный отзыв от того же покупателя база не примет — стоит ограничение на уровне таблицы.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53035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32688" y="38862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Оценка от 1 до 5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42976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Значение вне диапазона отклоняется с понятной ошибкой валидации.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45352" y="3657600"/>
            <a:ext cx="53035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37960" y="38862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Правка и удаление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2976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Менять отзыв может только его автор. Администратор вправе удалить любой.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272F52"/>
          </a:solidFill>
          <a:ln w="12700">
            <a:solidFill>
              <a:srgbClr val="272F52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60120" y="5486400"/>
            <a:ext cx="10268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рейтинг и количество отзывов считаются запросом к базе и приходят прямо в карточке товара — отдельно запрашивать не нужно.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F26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что может делать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08792" cy="914400"/>
        </p:xfrm>
        <a:graphic>
          <a:graphicData uri="http://schemas.openxmlformats.org/drawingml/2006/table">
            <a:tbl>
              <a:tblPr/>
              <a:tblGrid>
                <a:gridCol w="4873752"/>
                <a:gridCol w="2011680"/>
                <a:gridCol w="2011680"/>
                <a:gridCol w="20116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Действие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Гость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Покупатель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Администратор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1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Просматривать каталог и отзывы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9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9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9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1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Корзина и оформление заказа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C7A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9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9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1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Видеть свои заказы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C7A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9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9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1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Видеть чужие заказы и корзины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C7A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C7A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9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1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Оставлять отзыв на купленный товар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C7A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9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9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1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Создавать и менять товары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C7A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C7A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9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1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Менять статус заказа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C7A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C7A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9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6235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Права проверяются на двух уровнях: класс доступа во вью и фильтрация выборки по владельцу. Чужой объект не вернётся даже по прямой ссылке.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F26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ДОКУМЕНТАЦИЯ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и Swagger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6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32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эндпоинта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78308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6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532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5303520" cy="2377440"/>
          </a:xfrm>
          <a:prstGeom prst="roundRect">
            <a:avLst>
              <a:gd name="adj" fmla="val 3846"/>
            </a:avLst>
          </a:prstGeom>
          <a:solidFill>
            <a:srgbClr val="272F52"/>
          </a:solidFill>
          <a:ln w="12700">
            <a:solidFill>
              <a:srgbClr val="272F52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32688" y="3364992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6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Документация из кода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37490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OpenAPI собирается библиотекой drf-spectacular прямо из сериализаторов и вью. Описания не расходятся с кодом, потому что берутся из него.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48463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/api/docs/  ·  /api/redoc/  ·  /api/schema/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45352" y="1783080"/>
            <a:ext cx="530352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37960" y="1965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Ключевые эндпоинты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39572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6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196328" y="23957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/api/auth/register/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966960" y="23957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89864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6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196328" y="28986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/api/auth/login/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966960" y="28986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Получение JWT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340156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6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196328" y="3401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/api/products/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966960" y="34015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товаров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390448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6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196328" y="39044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/api/cart/items/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966960" y="39044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Товар в корзину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440740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6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196328" y="44074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/api/orders/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966960" y="44074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Оформить заказ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537960" y="491032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6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196328" y="49103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/api/products/{id}/reviews/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966960" y="49103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Оставить отзыв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7607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позволяет вставить токен кнопкой Authorize и вызвать любой закрытый метод прямо из браузера.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F26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И ЗАПУСК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Тесты и деплой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E9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теста, все проходят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73736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6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4871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ошибок в схеме API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73736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6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4871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демо-товаров в базе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869680" y="173736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6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8869680" y="24871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проверенных модулей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53035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32688" y="3401568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покрыто тестами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3794760"/>
            <a:ext cx="4709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Регистрация, вход по логину и по email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Права гостя, покупателя и администратора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Поиск, фильтры и сортировка каталога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Оформление заказа и фиксация цены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Отмена заказа с возвратом на склад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45352" y="3200400"/>
            <a:ext cx="5303520" cy="2331720"/>
          </a:xfrm>
          <a:prstGeom prst="roundRect">
            <a:avLst>
              <a:gd name="adj" fmla="val 3922"/>
            </a:avLst>
          </a:prstGeom>
          <a:solidFill>
            <a:srgbClr val="272F52"/>
          </a:solidFill>
          <a:ln w="12700">
            <a:solidFill>
              <a:srgbClr val="272F52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537960" y="340156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6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разворачивается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37960" y="3822192"/>
            <a:ext cx="274320" cy="274320"/>
          </a:xfrm>
          <a:prstGeom prst="ellipse">
            <a:avLst/>
          </a:prstGeom>
          <a:solidFill>
            <a:srgbClr val="F2684F"/>
          </a:solidFill>
          <a:ln w="12700">
            <a:solidFill>
              <a:srgbClr val="F268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37960" y="3822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37947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Пуш в GitHub запускает сборку на Render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37960" y="4224528"/>
            <a:ext cx="274320" cy="274320"/>
          </a:xfrm>
          <a:prstGeom prst="ellipse">
            <a:avLst/>
          </a:prstGeom>
          <a:solidFill>
            <a:srgbClr val="F2684F"/>
          </a:solidFill>
          <a:ln w="12700">
            <a:solidFill>
              <a:srgbClr val="F268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419709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build.sh ставит зависимости и статику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37960" y="4626864"/>
            <a:ext cx="274320" cy="274320"/>
          </a:xfrm>
          <a:prstGeom prst="ellipse">
            <a:avLst/>
          </a:prstGeom>
          <a:solidFill>
            <a:srgbClr val="F2684F"/>
          </a:solidFill>
          <a:ln w="12700">
            <a:solidFill>
              <a:srgbClr val="F268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37960" y="4626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459943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Миграции применяются автоматически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37960" y="5029200"/>
            <a:ext cx="274320" cy="274320"/>
          </a:xfrm>
          <a:prstGeom prst="ellipse">
            <a:avLst/>
          </a:prstGeom>
          <a:solidFill>
            <a:srgbClr val="F2684F"/>
          </a:solidFill>
          <a:ln w="12700">
            <a:solidFill>
              <a:srgbClr val="F268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37960" y="5029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949440" y="500176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поднимает приложение на PostgreSQL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7607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сценарий покупки проверен уже на боевом сервере: регистрация, корзина, заказ, отзыв, отмена — остатки сошлись.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1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F26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сделано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2E9E78"/>
          </a:solidFill>
          <a:ln w="12700">
            <a:solidFill>
              <a:srgbClr val="2E9E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7647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четыре модуля задания работают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45352" y="1737360"/>
            <a:ext cx="457200" cy="457200"/>
          </a:xfrm>
          <a:prstGeom prst="ellipse">
            <a:avLst/>
          </a:prstGeom>
          <a:solidFill>
            <a:srgbClr val="2E9E78"/>
          </a:solidFill>
          <a:ln w="12700">
            <a:solidFill>
              <a:srgbClr val="2E9E7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45352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17647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отвечает на рабочей ссылке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2E9E78"/>
          </a:solidFill>
          <a:ln w="12700">
            <a:solidFill>
              <a:srgbClr val="2E9E7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98448" y="25420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Swagger-документация доступна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45352" y="2514600"/>
            <a:ext cx="457200" cy="457200"/>
          </a:xfrm>
          <a:prstGeom prst="ellipse">
            <a:avLst/>
          </a:prstGeom>
          <a:solidFill>
            <a:srgbClr val="2E9E78"/>
          </a:solidFill>
          <a:ln w="12700">
            <a:solidFill>
              <a:srgbClr val="2E9E7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45352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5420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Чужие данные и товары защищены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2E9E78"/>
          </a:solidFill>
          <a:ln w="12700">
            <a:solidFill>
              <a:srgbClr val="2E9E7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331927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на GitHub с понятным README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45352" y="3291840"/>
            <a:ext cx="457200" cy="457200"/>
          </a:xfrm>
          <a:prstGeom prst="ellipse">
            <a:avLst/>
          </a:prstGeom>
          <a:solidFill>
            <a:srgbClr val="2E9E78"/>
          </a:solidFill>
          <a:ln w="12700">
            <a:solidFill>
              <a:srgbClr val="2E9E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45352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331927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Бонусный модуль отзывов реализован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4251960"/>
            <a:ext cx="5303520" cy="1325880"/>
          </a:xfrm>
          <a:prstGeom prst="roundRect">
            <a:avLst>
              <a:gd name="adj" fmla="val 6897"/>
            </a:avLst>
          </a:prstGeom>
          <a:solidFill>
            <a:srgbClr val="272F52"/>
          </a:solidFill>
          <a:ln w="12700">
            <a:solidFill>
              <a:srgbClr val="272F52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32688" y="443484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6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РЕПОЗИТОРИЙ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32688" y="470916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github.com/RealHelloWorld1/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django-shop-api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45352" y="4251960"/>
            <a:ext cx="5303520" cy="1325880"/>
          </a:xfrm>
          <a:prstGeom prst="roundRect">
            <a:avLst>
              <a:gd name="adj" fmla="val 6897"/>
            </a:avLst>
          </a:prstGeom>
          <a:solidFill>
            <a:srgbClr val="272F52"/>
          </a:solidFill>
          <a:ln w="12700">
            <a:solidFill>
              <a:srgbClr val="272F52"/>
            </a:solidFill>
            <a:prstDash val="solid"/>
          </a:ln>
          <a:effectLst>
            <a:outerShdw sx="100000" sy="100000" kx="0" ky="0" algn="bl" rotWithShape="0" blurRad="152400" dist="25400" dir="5400000">
              <a:srgbClr val="1B2141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537960" y="44348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6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API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537960" y="47091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django-shop-api-pmxr.onrender.com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/api/docs/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89788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A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внимание. Готов ответить на вопросы.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 API — защита учебного проекта</dc:title>
  <dc:subject>PptxGenJS Presentation</dc:subject>
  <dc:creator>Мухаммадали Муродуллоев</dc:creator>
  <cp:lastModifiedBy>Мухаммадали Муродуллоев</cp:lastModifiedBy>
  <cp:revision>1</cp:revision>
  <dcterms:created xsi:type="dcterms:W3CDTF">2026-08-26T06:31:48Z</dcterms:created>
  <dcterms:modified xsi:type="dcterms:W3CDTF">2026-08-26T06:31:48Z</dcterms:modified>
</cp:coreProperties>
</file>